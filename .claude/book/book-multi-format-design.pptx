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4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204270"/>
            <a:ext cx="518716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1B365D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Book Skill 多格式升級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3905250"/>
            <a:ext cx="30743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dirty="0">
                <a:solidFill>
                  <a:srgbClr val="504E49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HTML / PDF / PPTX 三軌設計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2000" y="4305300"/>
            <a:ext cx="15821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04E49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baransu · 2026-05-11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85700" y="2281238"/>
            <a:ext cx="5972452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1B365D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Part 1 — 三層架構 + 操作流程</a:t>
            </a:r>
            <a:endParaRPr lang="en-US" sz="3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33400"/>
            <a:ext cx="244830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1B365D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三層架構：職責分明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1104900"/>
            <a:ext cx="7168009" cy="1460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指令層（SKILL.md）— Claude 的執行劇本，定義 Stage 0–4 的行為規格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腳本層（install-deps / validate / html2pptx）— 機器可執行工具，exit code 為閘門訊號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模板層（golden / slide template）— show-by-example 合約，禁止發明新 CSS pattern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外部工具：WeasyPrint（PDF）/ Playwright + pptxgenjs（PPTX）/ browser-use（截圖）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33400"/>
            <a:ext cx="29351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1B365D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Stage 0 → 4 線性流程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1104900"/>
            <a:ext cx="5570934" cy="2191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Stage 0：解析 --format 旗標，依矩陣安裝依賴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Stage 1：Acquire — URL / 檔案 / slug / 純文字 → $RAW_CONTENT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Stage 2A：Synthesize 長文結構（4–8 節） + 推導唯一 $SLUG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Stage 2B（條件）：投影片結構（6–12 張），共用 $SLUG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Stage 3：Render → HTML 必，PDF / PPTX 依旗標分支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Stage 4：validate-output.ts gate + browser-use 截圖驗證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490670" y="2281238"/>
            <a:ext cx="6162511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1B365D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Part 2 — 雙軌資料流與精度約束</a:t>
            </a:r>
            <a:endParaRPr lang="en-US" sz="3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33400"/>
            <a:ext cx="47200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1B365D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雙軌 Synthesize：同源、異構、共名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1104900"/>
            <a:ext cx="5937647" cy="1826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$RAW_CONTENT 同時餵給長文軌與投影片軌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長文軌 → $STRUCTURE_LONGFORM（4–8 節，含 claims 與 SVG flag）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投影片軌 → $STRUCTURE_SLIDES（6–12 張，5 種版型枚舉）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兩軌共用同一 $SLUG，三種輸出檔名前綴一致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$SLUG 只在 Stage 2A 推導一次，所有 Render 步驟繼承</a:t>
            </a:r>
            <a:endParaRPr lang="en-US" sz="1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33400"/>
            <a:ext cx="291237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1B365D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SVG 抗 slop 精度約束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1104900"/>
            <a:ext cx="4986189" cy="2191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顏色：solid hex token only，禁 rgba() 於 fill / stroke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座標：所有數值為 4 的倍數，離散化壓縮選擇空間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節點尺寸：寬 128 / 144 / 160，高 32（pill）/ 64（standard）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焦點節點：最多 1–2 個（brand 描邊 + brand-tint 填色）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箭頭：chevron path，禁 marker orient=auto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必備 defs：parchment rect + dotted-noise pattern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33400"/>
            <a:ext cx="433554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1B365D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14 型圖表決策樹（first-match）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1104900"/>
            <a:ext cx="4233863" cy="1826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金融資料 → Candlestick / Waterfall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佔比 → Donut（≤6）/ Horizontal Bar（≥7）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時間序列 → Line（多條）/ Bar（單條，變化主導）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結構 → Quadrant / Tree / Architecture（fallback）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流程 → Flowchart / Swimlane / Venn / Timeline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33400"/>
            <a:ext cx="449797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1B365D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錯誤處理：分層阻斷 + 部分失敗繼續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1104900"/>
            <a:ext cx="5560963" cy="1826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Stage 0：依賴缺失或 --format 不合法 → 停止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Stage 3§5（PDF）：WeasyPrint 失敗 → 標記，其他格式繼續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Stage 3§6（PPTX）：slide 驗證或 html2pptx 失敗 → 標記，繼續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Stage 4：validate-output.ts GATE FAIL → 修正後重跑，二次失敗停止</a:t>
            </a:r>
            <a:endParaRPr lang="en-US" sz="1275" dirty="0"/>
          </a:p>
          <a:p>
            <a:pPr algn="l" marL="342900" indent="-342900">
              <a:lnSpc>
                <a:spcPts val="1976"/>
              </a:lnSpc>
              <a:buSzPct val="100000"/>
              <a:buChar char="•"/>
            </a:pPr>
            <a:r>
              <a:rPr lang="en-US" sz="1275" dirty="0">
                <a:solidFill>
                  <a:srgbClr val="141413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$SLUG 衝突 → 自動加 _v2，三格式同步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4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2052637"/>
            <a:ext cx="73837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200"/>
              </a:spcAft>
              <a:buNone/>
            </a:pPr>
            <a:r>
              <a:rPr lang="en-US" sz="1800" dirty="0">
                <a:solidFill>
                  <a:srgbClr val="1B365D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三軌設計的核心承諾：使用者下 --format all，即便 PDF 或 PPTX 失敗，HTML 永遠是最後一道保障，不會空手而歸。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62000" y="2890838"/>
            <a:ext cx="3962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04E49"/>
                </a:solidFill>
                <a:latin typeface="TsangerJinKai02" pitchFamily="34" charset="0"/>
                <a:ea typeface="TsangerJinKai02" pitchFamily="34" charset="-122"/>
                <a:cs typeface="TsangerJinKai02" pitchFamily="34" charset="-120"/>
              </a:rPr>
              <a:t>/baransu:book — 一個指令，三種輸出，一致設計語言。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2026-05-11T07:46:53Z</dcterms:created>
  <dcterms:modified xsi:type="dcterms:W3CDTF">2026-05-11T07:46:53Z</dcterms:modified>
</cp:coreProperties>
</file>